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09B53B-674A-90B9-0449-23EA5F8861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C98C5C5-F2C3-B251-145B-72C17EEE6D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D7074FD-8669-9254-82FA-339EB17C5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2DB59-D162-4BF4-BA70-9F8597B8257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4572C6F-A652-C476-7769-4C35C9810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BE5D390-D5E3-A771-348C-A3DAB8ACB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CED5E-0EBD-425D-B007-C711B118D04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99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2F926F-BE73-A64F-D107-90BA4A693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D88F615-F1BE-CD95-BE65-EC0C61F53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B79003E-4502-32A7-13E4-072B35C99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2DB59-D162-4BF4-BA70-9F8597B8257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0E9724-186B-EDEB-CEB7-2E6F2B312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551996E-6B07-BB53-3074-A898B2A72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CED5E-0EBD-425D-B007-C711B118D04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192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BE442F-47C5-A11F-12B9-9A1EF06DD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F1E9BB6-C947-F9C2-2E73-7C6706BC8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549CB2D-16FF-1138-5161-8C7657AB2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2DB59-D162-4BF4-BA70-9F8597B8257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4301B23-D6A7-26D2-6194-BAF0BDD8E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EA95C57-4BA5-AB6D-F2AA-BE1B88B16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CED5E-0EBD-425D-B007-C711B118D04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285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D261CA6-C992-9689-E003-E0B655F7D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A36FFBA-7CE8-73EB-E38D-AE4C5CEF71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EE2A084-BEF3-A5B8-A25B-13D58AD9E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AC84135-E903-A91A-A78C-23BB5F5B7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2DB59-D162-4BF4-BA70-9F8597B8257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2FE3859-DE53-7D82-BCB7-91C025764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A16BEA1-5651-70F3-1650-25392B357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CED5E-0EBD-425D-B007-C711B118D04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980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0BA14A-8D87-C404-2445-7BE180804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3CC26AB-3D2D-14BD-5FB9-835EBC8A8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430D732-3F97-2875-47F8-A00A46694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E154620-5475-763D-1400-201B4379D5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082D45A-C033-770B-4AE3-5CDB4775A9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95C849C2-5DD5-815E-3419-DC896E56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2DB59-D162-4BF4-BA70-9F8597B8257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42A172E-6CC7-47B2-8DA9-B38A86BEE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2FB92B39-B2CC-DB73-7268-87CC8E372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CED5E-0EBD-425D-B007-C711B118D04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375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014ED2-30AC-C7F6-A9BD-3CFD97E4A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E70CD8D-06F0-541C-693E-02AA1EAC2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2DB59-D162-4BF4-BA70-9F8597B8257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AA0E5E2-7D2D-8D0B-28F5-F52270F26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A4B05A6-B751-D597-7FA5-31C7C88E6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CED5E-0EBD-425D-B007-C711B118D04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380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8BFCCF6-3350-15FF-9BC3-C1319E30A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2DB59-D162-4BF4-BA70-9F8597B8257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F3F8D8B-7AB2-37CB-A3B2-70BDB39AB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11E5B5D-E673-C7F8-054E-8008CFD01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CED5E-0EBD-425D-B007-C711B118D04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196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01575A-E745-BEC3-5ACD-7D2949C72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14A7325-F58D-D6F9-B516-A383AAA29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56E7BAA-707E-E4EF-AE90-B392029D8E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4014842-D6A8-D305-31A3-F2C45A435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2DB59-D162-4BF4-BA70-9F8597B8257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B0AAEB1-2BFC-D78D-50CD-5AA83DC31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251B2C9-7B99-2660-4DE6-2E1F4341E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CED5E-0EBD-425D-B007-C711B118D04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03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04E0FC-5373-3195-9450-801F002A8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9F63017-5606-96BE-D5F8-35C74D865A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70B22A4-DF3B-E32D-3504-FB2671E08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567EC19-8B4A-0595-CE99-974410A42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2DB59-D162-4BF4-BA70-9F8597B8257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326E0A2-8063-7B23-317F-30CD7B1E4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743402D-EAC4-EAEF-F641-3868CC0D5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CED5E-0EBD-425D-B007-C711B118D04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987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8548E6-3D8F-D117-4B9B-A50910467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F7F240C-5ECD-785B-581C-997E73FBF2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253A321-1ED2-7C68-1001-CF3A237D9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2DB59-D162-4BF4-BA70-9F8597B8257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BB48EA6-A02E-4BFB-FD83-41FC04054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E4A9F04-C525-6EA0-B635-E675FEBC6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CED5E-0EBD-425D-B007-C711B118D04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032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37C86826-58FF-1ECC-B32A-E5CFAF237E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3BAA5CE-04CD-F9E0-A762-A0A396F91E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625826B-90A3-CE7F-FEFA-66CEFCC1A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2DB59-D162-4BF4-BA70-9F8597B8257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F2F2DE3-03E8-5606-2762-D91A41D70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645FB1D-2938-3FD0-4CBC-8C6BC66A1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CED5E-0EBD-425D-B007-C711B118D04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134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EA84054-50C7-6428-A416-10B0AFFB4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E2366C6-BA17-FB86-CE5C-721CCC587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BB681F3-F029-63BB-08AB-4AEFC972A1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72DB59-D162-4BF4-BA70-9F8597B8257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23D89C-AD7E-A287-9BF5-CF495CF559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22ADD53-158A-EDB7-FD1E-2A793F9E3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BCED5E-0EBD-425D-B007-C711B118D04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885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B3D9F5-4307-89F2-4895-409291838E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Mrk553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BD90CEB-D3E8-9527-A9A6-F1FC649611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140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Immagine che contiene Policromia, schermata&#10;&#10;Il contenuto generato dall'IA potrebbe non essere corretto.">
            <a:extLst>
              <a:ext uri="{FF2B5EF4-FFF2-40B4-BE49-F238E27FC236}">
                <a16:creationId xmlns:a16="http://schemas.microsoft.com/office/drawing/2014/main" id="{E48121DC-0EB2-3991-FE76-FD0E849743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82914" y="1000760"/>
            <a:ext cx="14354628" cy="5024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630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63502D-0057-0216-E809-D0C06B3D0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Sky lines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3DFB61D-145A-D613-7877-67B6F4B5C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80924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Righe</a:t>
            </a:r>
            <a:r>
              <a:rPr lang="en-US" dirty="0"/>
              <a:t> </a:t>
            </a:r>
            <a:r>
              <a:rPr lang="en-US" dirty="0" err="1"/>
              <a:t>scelte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Immagine 4" descr="Immagine che contiene linea, Diagramma, diagramma, Parallelo&#10;&#10;Il contenuto generato dall'IA potrebbe non essere corretto.">
            <a:extLst>
              <a:ext uri="{FF2B5EF4-FFF2-40B4-BE49-F238E27FC236}">
                <a16:creationId xmlns:a16="http://schemas.microsoft.com/office/drawing/2014/main" id="{213786CF-B050-7E15-EF32-6B1125CEE8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5351" y="1371589"/>
            <a:ext cx="9144018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215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Immagine 8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00723DA7-8FB6-D943-A602-2156C702F5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50" r="24222" b="2"/>
          <a:stretch>
            <a:fillRect/>
          </a:stretch>
        </p:blipFill>
        <p:spPr>
          <a:xfrm>
            <a:off x="196731" y="170453"/>
            <a:ext cx="3794884" cy="6517096"/>
          </a:xfrm>
          <a:prstGeom prst="rect">
            <a:avLst/>
          </a:prstGeom>
        </p:spPr>
      </p:pic>
      <p:pic>
        <p:nvPicPr>
          <p:cNvPr id="5" name="Immagine 4" descr="Immagine che contiene diagramma, Diagramma, testo, linea&#10;&#10;Il contenuto generato dall'IA potrebbe non essere corretto.">
            <a:extLst>
              <a:ext uri="{FF2B5EF4-FFF2-40B4-BE49-F238E27FC236}">
                <a16:creationId xmlns:a16="http://schemas.microsoft.com/office/drawing/2014/main" id="{F54B0E67-D958-3ACA-D795-2F6EA3EE6A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5" r="2" b="2747"/>
          <a:stretch>
            <a:fillRect/>
          </a:stretch>
        </p:blipFill>
        <p:spPr>
          <a:xfrm>
            <a:off x="4184141" y="165371"/>
            <a:ext cx="3826711" cy="3176540"/>
          </a:xfrm>
          <a:prstGeom prst="rect">
            <a:avLst/>
          </a:prstGeom>
        </p:spPr>
      </p:pic>
      <p:pic>
        <p:nvPicPr>
          <p:cNvPr id="7" name="Immagine 6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25145CE0-50F9-DBF2-2EDA-E77C86A2D6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48" r="2" b="2"/>
          <a:stretch>
            <a:fillRect/>
          </a:stretch>
        </p:blipFill>
        <p:spPr>
          <a:xfrm>
            <a:off x="8193992" y="159910"/>
            <a:ext cx="3826711" cy="3181966"/>
          </a:xfrm>
          <a:prstGeom prst="rect">
            <a:avLst/>
          </a:prstGeom>
        </p:spPr>
      </p:pic>
      <p:pic>
        <p:nvPicPr>
          <p:cNvPr id="13" name="Immagine 12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D7AD04B7-F48B-D3CB-283D-5AC6D944ED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22" r="2" b="2"/>
          <a:stretch>
            <a:fillRect/>
          </a:stretch>
        </p:blipFill>
        <p:spPr>
          <a:xfrm>
            <a:off x="4184141" y="3512234"/>
            <a:ext cx="3826711" cy="3175314"/>
          </a:xfrm>
          <a:prstGeom prst="rect">
            <a:avLst/>
          </a:prstGeom>
        </p:spPr>
      </p:pic>
      <p:pic>
        <p:nvPicPr>
          <p:cNvPr id="11" name="Immagine 10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DD99DF27-A180-5FD2-6B11-863C22ABEE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r="2" b="2"/>
          <a:stretch>
            <a:fillRect/>
          </a:stretch>
        </p:blipFill>
        <p:spPr>
          <a:xfrm>
            <a:off x="8193992" y="3505966"/>
            <a:ext cx="3826711" cy="318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694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29EA80-7674-3819-A0B8-8FCF0859A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1845CCC-2366-902A-7DB2-F58072333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2921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6</Words>
  <Application>Microsoft Office PowerPoint</Application>
  <PresentationFormat>Widescreen</PresentationFormat>
  <Paragraphs>3</Paragraphs>
  <Slides>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di Office</vt:lpstr>
      <vt:lpstr>Mrk553</vt:lpstr>
      <vt:lpstr>Presentazione standard di PowerPoint</vt:lpstr>
      <vt:lpstr>Sky lines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ISABELLA FAMOSO</dc:creator>
  <cp:lastModifiedBy>ISABELLA FAMOSO</cp:lastModifiedBy>
  <cp:revision>1</cp:revision>
  <dcterms:created xsi:type="dcterms:W3CDTF">2025-08-28T13:34:34Z</dcterms:created>
  <dcterms:modified xsi:type="dcterms:W3CDTF">2025-08-28T15:03:41Z</dcterms:modified>
</cp:coreProperties>
</file>