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34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B4D309-EEA2-C3A0-AF1B-B1F690D60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43C336F-7DC0-CABB-DFEB-385A5A5B4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8DF594-064F-8548-398D-B44B72D66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9A2B5-D1AE-44FE-A115-76AAE9DF8BE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70DB5D0-947F-CC7F-5FA9-C7CA50B4C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D6A9C4D-3ACB-3E69-F748-F912E93F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6ED7-7726-49E6-862F-DE275294D8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5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9244E6-2BAE-D990-2782-E8D69D35F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32204D-C409-9097-871B-C975A19DD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F543AA-910D-7B19-A926-9FAB41420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9A2B5-D1AE-44FE-A115-76AAE9DF8BE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7C9D9D-1BCC-2D31-BD96-E20078F5D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F2B186-BD00-87C9-9DDF-9D994BC96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6ED7-7726-49E6-862F-DE275294D8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72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ECCA08-B4C8-A540-4905-6AB63D3CD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91BC655-7A61-9E20-2871-64C67AEEB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E54881-734C-E7E8-2BF0-5305AEF57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9A2B5-D1AE-44FE-A115-76AAE9DF8BE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EEF970-3205-5219-A80A-BF08A1D04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DB98CA9-0B87-6E29-A359-CCA4C7251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6ED7-7726-49E6-862F-DE275294D8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31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9A51CC-3B68-E26F-5095-43EE9CE37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72B73C-778F-EBAC-74CB-604FFCF466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0BCE2B0-D58D-3D01-1160-CC5870346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8DFBC89-8FD0-5179-FD4B-230E47E32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9A2B5-D1AE-44FE-A115-76AAE9DF8BE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C988640-9E76-128F-C915-694498D7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CFDDD03-0ABD-38AA-85AA-C13A39C2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6ED7-7726-49E6-862F-DE275294D8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86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BA0B88-B23D-DB4C-2897-659AB61A0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3FCD82F-AD16-F43E-DF69-D42EBDF06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EE9CA3D-8E7E-B072-3EF1-0863113C8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3F625BB-6E98-DD18-F8A9-294E2CC2E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1FD0CA5-3174-8C70-2F88-1705EC974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F3A9D8A-A439-721B-3C26-1CF739644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9A2B5-D1AE-44FE-A115-76AAE9DF8BE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53E926D-3BF8-6167-DB6E-5F0C3385C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DC3B28F-160D-250C-E2AD-2CE28418C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6ED7-7726-49E6-862F-DE275294D8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56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61276F-56F8-0166-7F99-114500FFA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57B0456-95C6-331F-612B-5A1E5CA0D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9A2B5-D1AE-44FE-A115-76AAE9DF8BE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F6029DC-7E76-B888-F960-30C2A0545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8B57F93-6179-6E89-54D1-967F0D66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6ED7-7726-49E6-862F-DE275294D8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077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07CFF87-04D3-990B-243A-509851FA7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9A2B5-D1AE-44FE-A115-76AAE9DF8BE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B823AA1-FFC4-8201-4024-F69DC76C0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41A3D3-7732-4325-A8FF-93D4C55F5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6ED7-7726-49E6-862F-DE275294D8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65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F2AB6A-CEC6-AE01-124E-BD0706E62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6932C7-8040-333B-BFAF-2777C82F0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78ECCD5-F409-EAD5-B907-5D0721709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B396CDF-EC34-EEB9-2A9E-6FEA07D2E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9A2B5-D1AE-44FE-A115-76AAE9DF8BE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D2900B2-4A91-6DC3-C919-3BF9676DB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A8FF257-D2DC-9813-BB7D-DB6863655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6ED7-7726-49E6-862F-DE275294D8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83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50EDC8-24B6-432A-C889-71B868C03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001E76D-BF10-5B73-CDB2-DBFCA46D1A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4000842-9951-A8C9-1D34-9D2835309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41D2139-5874-30C2-07E7-489748504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9A2B5-D1AE-44FE-A115-76AAE9DF8BE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82B168E-D74D-C6ED-8BCE-E62EF2B09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EA66860-8DAA-6439-4839-F43B3C39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6ED7-7726-49E6-862F-DE275294D8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22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795805-ADA4-8429-3270-3FB649D9D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7EB03A2-48F5-FBD6-CC5E-56304C9C0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54AC283-E826-3597-557A-ABB1D0AB0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9A2B5-D1AE-44FE-A115-76AAE9DF8BE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AA88667-DB50-87A0-3989-941E9B8F1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292CDD-56F7-F971-81A1-DA303B16D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6ED7-7726-49E6-862F-DE275294D8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56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F4A4B4A-0D94-8CE1-BBBC-665033AD83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7542C04-1193-6047-B2E8-7A19823EF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EB47EAC-87D2-0458-6233-8A6A90AF4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9A2B5-D1AE-44FE-A115-76AAE9DF8BE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9F636DF-D275-2D0D-722F-403365CE0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DBD00D2-4A7E-5201-DA1D-81D9B156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6ED7-7726-49E6-862F-DE275294D8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84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8C0B7C5-61D9-DCCA-1336-9D357654A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0C9C160-A125-1BC0-7274-6B5F57535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709D824-E6B9-70FD-4861-0EC028A1B4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89A2B5-D1AE-44FE-A115-76AAE9DF8BED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99C1AB7-D630-CA96-19DA-076132F558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CA17CB9-B047-292B-AD75-E13F1C528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06ED7-7726-49E6-862F-DE275294D8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6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7101F9DD-D814-6386-8B36-11A994A52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55" y="117405"/>
            <a:ext cx="4699277" cy="3489953"/>
          </a:xfrm>
        </p:spPr>
      </p:pic>
      <p:pic>
        <p:nvPicPr>
          <p:cNvPr id="7" name="Immagine 6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2BDB0D81-520B-194E-2AF2-906A285331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038" y="217491"/>
            <a:ext cx="4743786" cy="3523008"/>
          </a:xfrm>
          <a:prstGeom prst="rect">
            <a:avLst/>
          </a:prstGeom>
        </p:spPr>
      </p:pic>
      <p:pic>
        <p:nvPicPr>
          <p:cNvPr id="9" name="Immagine 8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05955FE8-28AF-7746-81BF-0FE30A8B0B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78" y="3405527"/>
            <a:ext cx="4490722" cy="3335068"/>
          </a:xfrm>
          <a:prstGeom prst="rect">
            <a:avLst/>
          </a:prstGeom>
        </p:spPr>
      </p:pic>
      <p:pic>
        <p:nvPicPr>
          <p:cNvPr id="11" name="Immagine 10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CE7C1C7E-F38F-015E-2C36-06E26B9054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870" y="3349146"/>
            <a:ext cx="4743786" cy="352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48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5370AC-5D51-A5DA-5D01-980E79092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egnaposto contenuto 4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309A44A0-1242-E587-2BD0-53D008CBB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5172"/>
            <a:ext cx="4994563" cy="3709250"/>
          </a:xfrm>
        </p:spPr>
      </p:pic>
      <p:pic>
        <p:nvPicPr>
          <p:cNvPr id="7" name="Immagine 6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DA5945DD-DB31-7642-08FC-94B102E48A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714" y="145172"/>
            <a:ext cx="4994564" cy="3709250"/>
          </a:xfrm>
          <a:prstGeom prst="rect">
            <a:avLst/>
          </a:prstGeom>
        </p:spPr>
      </p:pic>
      <p:pic>
        <p:nvPicPr>
          <p:cNvPr id="9" name="Immagine 8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5D4D8E55-CB07-BC34-DD11-1703DD7EF6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09" y="3429000"/>
            <a:ext cx="4713343" cy="3500399"/>
          </a:xfrm>
          <a:prstGeom prst="rect">
            <a:avLst/>
          </a:prstGeom>
        </p:spPr>
      </p:pic>
      <p:pic>
        <p:nvPicPr>
          <p:cNvPr id="11" name="Immagine 10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15132437-E1FD-5CEE-E8AF-610C6D58DB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239" y="3520071"/>
            <a:ext cx="5071039" cy="376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912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BC69A2-102A-1246-C3FE-30DFF3CF2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egnaposto contenuto 4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112A960F-1256-C69D-7A3C-737BA176C5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94" y="117406"/>
            <a:ext cx="4739867" cy="3520098"/>
          </a:xfrm>
        </p:spPr>
      </p:pic>
      <p:pic>
        <p:nvPicPr>
          <p:cNvPr id="7" name="Immagine 6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6EDBA2EE-BC62-DFBE-178E-047D2D1D9D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678" y="117406"/>
            <a:ext cx="4950122" cy="3676245"/>
          </a:xfrm>
          <a:prstGeom prst="rect">
            <a:avLst/>
          </a:prstGeom>
        </p:spPr>
      </p:pic>
      <p:pic>
        <p:nvPicPr>
          <p:cNvPr id="9" name="Immagine 8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F38B82D1-4B43-8A34-4B19-920E9207DB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94" y="3311905"/>
            <a:ext cx="4739867" cy="3520097"/>
          </a:xfrm>
          <a:prstGeom prst="rect">
            <a:avLst/>
          </a:prstGeom>
        </p:spPr>
      </p:pic>
      <p:pic>
        <p:nvPicPr>
          <p:cNvPr id="11" name="Immagine 10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54485D2E-6880-E881-021B-6768CC4AE5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679" y="3366974"/>
            <a:ext cx="4950122" cy="367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48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0678C9-AF4D-6F86-98EE-70AF422FC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2E3C72-D98B-95B1-835A-F7C5ECA59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magine 3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653FB819-2E73-1FF8-829B-0ECB19B1F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56" y="1971000"/>
            <a:ext cx="3681113" cy="2733806"/>
          </a:xfrm>
          <a:prstGeom prst="rect">
            <a:avLst/>
          </a:prstGeom>
        </p:spPr>
      </p:pic>
      <p:pic>
        <p:nvPicPr>
          <p:cNvPr id="5" name="Immagine 4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685DD489-8447-B18B-B340-D8AF6C4524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383" y="1940256"/>
            <a:ext cx="4009234" cy="2977487"/>
          </a:xfrm>
          <a:prstGeom prst="rect">
            <a:avLst/>
          </a:prstGeom>
        </p:spPr>
      </p:pic>
      <p:pic>
        <p:nvPicPr>
          <p:cNvPr id="6" name="Immagine 5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64058B43-491C-80AF-B1FE-30476754D0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617" y="2009469"/>
            <a:ext cx="3822840" cy="283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8169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ISABELLA FAMOSO</dc:creator>
  <cp:lastModifiedBy>ISABELLA FAMOSO</cp:lastModifiedBy>
  <cp:revision>1</cp:revision>
  <dcterms:created xsi:type="dcterms:W3CDTF">2025-06-20T14:32:45Z</dcterms:created>
  <dcterms:modified xsi:type="dcterms:W3CDTF">2025-06-20T15:26:42Z</dcterms:modified>
</cp:coreProperties>
</file>