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iT1Sl9FxOm8bao1NCZIB78Eor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a Severgnini" initials="" lastIdx="6" clrIdx="0"/>
  <p:cmAuthor id="1" name="Isabella Famoso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5-26T08:54:00.604" idx="2">
    <p:pos x="6000" y="100"/>
    <p:text>Controlliamo  quanto distavano i due nuclei individuati da Mazcua.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MBtoo"/>
      </p:ext>
    </p:extLst>
  </p:cm>
  <p:cm authorId="0" dt="2025-05-26T08:57:27.889" idx="4">
    <p:pos x="6000" y="300"/>
    <p:text>Verifichiamo anche il parametro di interpolazione in pcolor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MBtos"/>
      </p:ext>
    </p:extLst>
  </p:cm>
  <p:cm authorId="0" dt="2025-05-26T08:58:23.381" idx="1">
    <p:pos x="6000" y="0"/>
    <p:text>Aggiungi nota se gli spettri sono drittri after a visual check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MBto0"/>
      </p:ext>
    </p:extLst>
  </p:cm>
  <p:cm authorId="0" dt="2025-05-26T21:38:02.463" idx="3">
    <p:pos x="6000" y="200"/>
    <p:text>Aggiungerei i tick marks anche alla y  del plot di  dx a dx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6mPD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5-26T09:08:13.697" idx="6">
    <p:pos x="6000" y="100"/>
    <p:text>Anche da questi plot possiamo valutare quanto e' dritto lo psettro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MBto8"/>
      </p:ext>
    </p:extLst>
  </p:cm>
  <p:cm authorId="0" dt="2025-05-26T11:24:44.091" idx="5">
    <p:pos x="6000" y="0"/>
    <p:text>Per il plot del continuo: mascherare tutte le righe in emissione e sommare il resto delle lambda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OMBtpQ"/>
      </p:ext>
    </p:extLst>
  </p:cm>
  <p:cm authorId="1" dt="2025-06-13T08:51:27.120" idx="1">
    <p:pos x="6000" y="200"/>
    <p:text>Questi fit sono stati fatti usando una griglia di 4000, diff_evolution come metodo di fit e Gaussian1Dkernel di astropy come psf gaussiana. Effettuiamo un secondo fit con curve_fit usando come initial guess i parametri di diff evolution per avere la matrice di covarianza.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QuDTX8"/>
      </p:ext>
    </p:extLst>
  </p:cm>
  <p:cm authorId="1" dt="2025-05-27T16:21:08.638" idx="2">
    <p:pos x="6000" y="200"/>
    <p:text>Tempo impiegato per ogni fit: circa 20-25 min</p:text>
    <p:extLst>
      <p:ext uri="{C676402C-5697-4E1C-873F-D02D1690AC5C}">
        <p15:threadingInfo xmlns:p15="http://schemas.microsoft.com/office/powerpoint/2012/main" timeZoneBias="0">
          <p15:parentCm authorId="1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kQuDTYA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220dffec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220dffec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da046263a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da046263a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553249"/>
            <a:ext cx="9144000" cy="175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</a:pPr>
            <a:r>
              <a:rPr lang="en-US" sz="9600"/>
              <a:t>Mrk 544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461176"/>
            <a:ext cx="11981835" cy="41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 txBox="1"/>
          <p:nvPr/>
        </p:nvSpPr>
        <p:spPr>
          <a:xfrm>
            <a:off x="2247300" y="5654800"/>
            <a:ext cx="76974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Lo spettro .048 è dritto, conferma visiva su ds9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Lo spettro .877 lo stesso.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7780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Wavelength calibration</a:t>
            </a:r>
            <a:endParaRPr/>
          </a:p>
        </p:txBody>
      </p:sp>
      <p:pic>
        <p:nvPicPr>
          <p:cNvPr id="96" name="Google Shape;96;p3" descr="Immagine che contiene linea, Diagramma, diagramma, Parallelo&#10;&#10;Il contenuto generato dall'IA potrebbe non essere corret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744050" y="1478000"/>
            <a:ext cx="7402800" cy="47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306300" y="1641200"/>
            <a:ext cx="45828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Righe scelte: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5577 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6300.3 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6863.9 A</a:t>
            </a:r>
            <a:endParaRPr/>
          </a:p>
          <a:p>
            <a:pPr marL="2857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 errore: 0.63 A </a:t>
            </a:r>
            <a:r>
              <a:rPr lang="en-US" sz="2800">
                <a:solidFill>
                  <a:schemeClr val="dk1"/>
                </a:solidFill>
              </a:rPr>
              <a:t>(.048)</a:t>
            </a:r>
            <a:endParaRPr sz="2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Media errore: 0.73 (.877)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20dffec5_0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AIC test (Uguale per entrambi)</a:t>
            </a:r>
            <a:endParaRPr/>
          </a:p>
        </p:txBody>
      </p:sp>
      <p:sp>
        <p:nvSpPr>
          <p:cNvPr id="103" name="Google Shape;103;g36220dffec5_0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g36220dffec5_0_16" title="AIC_vs_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000" y="1739875"/>
            <a:ext cx="7620000" cy="511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5da046263a_2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200"/>
            <a:ext cx="4583000" cy="348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5da046263a_2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700" y="425597"/>
            <a:ext cx="5721500" cy="48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da046263a_2_4"/>
          <p:cNvSpPr txBox="1"/>
          <p:nvPr/>
        </p:nvSpPr>
        <p:spPr>
          <a:xfrm>
            <a:off x="152400" y="3554150"/>
            <a:ext cx="30000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Best Fit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Ie_1         0.068776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Re_1         8.902446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n_1          1.772395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x0_1        36.063587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Ie_2         0.041391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Re_2         6.823947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n_2          1.210825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x0_2        42.037598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Ie_3         0.020365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Re_3         5.881983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n_3          3.303509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x0_3        59.493846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Ie_4         0.036175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Re_4         8.823260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n_4          0.442988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x0_4        71.502955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g35da046263a_2_4"/>
          <p:cNvSpPr txBox="1"/>
          <p:nvPr/>
        </p:nvSpPr>
        <p:spPr>
          <a:xfrm>
            <a:off x="2940925" y="3554150"/>
            <a:ext cx="30000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Mediana e percentili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Ie_1: 0.0745 + 0.0159 - 0.0185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Re_1: 8.3776 + 1.1427 - 1.7104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n_1: 1.7988 + 0.2782 - 0.1798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x0_1: 36.1725 + 0.1974 - 0.2360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Ie_2: 0.0497 + 0.0280 - 0.0266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Re_2: 7.4281 + 1.8210 - 2.7784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n_2: 1.0571 + 0.6453 - 0.3203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x0_2: 41.8539 + 1.1182 - 1.2193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Ie_3: 0.0319 + 0.0222 - 0.0139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Re_3: 6.4411 + 2.5155 - 2.5079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n_3: 2.2832 + 1.2669 - 0.6665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x0_3: 59.5737 + 0.2555 - 0.2279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Ie_4: 0.0217 + 0.0216 - 0.0156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Re_4: 7.0938 + 1.9010 - 2.7399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n_4: 0.6473 + 1.2346 - 0.4039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x0_4: 73.4651 + 3.0001 - 2.1831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7542350" y="3920525"/>
            <a:ext cx="3376800" cy="2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Quanto sono dritti: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errore sotto il pixel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" name="Immagine 2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B034FF3-6AF9-B45D-B6DD-F5FF267C4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3718560" cy="3718560"/>
          </a:xfrm>
          <a:prstGeom prst="rect">
            <a:avLst/>
          </a:prstGeom>
        </p:spPr>
      </p:pic>
      <p:pic>
        <p:nvPicPr>
          <p:cNvPr id="5" name="Immagine 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04D576B-228A-E01E-77EE-226F6CFB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818" y="0"/>
            <a:ext cx="3718560" cy="3718560"/>
          </a:xfrm>
          <a:prstGeom prst="rect">
            <a:avLst/>
          </a:prstGeom>
        </p:spPr>
      </p:pic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2B9B1A37-43A8-EA57-6E62-67F92B6BE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342" y="0"/>
            <a:ext cx="3718560" cy="3718560"/>
          </a:xfrm>
          <a:prstGeom prst="rect">
            <a:avLst/>
          </a:prstGeom>
        </p:spPr>
      </p:pic>
      <p:pic>
        <p:nvPicPr>
          <p:cNvPr id="9" name="Immagine 8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E1D6590-3547-9E40-420A-4237E48E0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4" y="3429000"/>
            <a:ext cx="3718560" cy="3718560"/>
          </a:xfrm>
          <a:prstGeom prst="rect">
            <a:avLst/>
          </a:prstGeom>
        </p:spPr>
      </p:pic>
      <p:pic>
        <p:nvPicPr>
          <p:cNvPr id="11" name="Immagine 10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FF087F3-A5F1-0B18-4F8D-BFFBDCAEAF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2808" y="3429000"/>
            <a:ext cx="371856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4AFD48-A966-DA8B-EC10-8463098D9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Continuum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41B859-5AFB-4D6D-A0EF-269A2E489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Immagine 10" descr="Immagine che contiene Diagramm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0CB6B288-58BB-24D6-81BF-37B91AD8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360"/>
            <a:ext cx="4460240" cy="4460240"/>
          </a:xfrm>
          <a:prstGeom prst="rect">
            <a:avLst/>
          </a:prstGeom>
        </p:spPr>
      </p:pic>
      <p:pic>
        <p:nvPicPr>
          <p:cNvPr id="13" name="Immagine 12" descr="Immagine che contiene Diagramma, diagramma, linea, testo&#10;&#10;Il contenuto generato dall'IA potrebbe non essere corretto.">
            <a:extLst>
              <a:ext uri="{FF2B5EF4-FFF2-40B4-BE49-F238E27FC236}">
                <a16:creationId xmlns:a16="http://schemas.microsoft.com/office/drawing/2014/main" id="{52E22525-0E66-9831-6C9B-61061EC6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83360"/>
            <a:ext cx="4460240" cy="4460240"/>
          </a:xfrm>
          <a:prstGeom prst="rect">
            <a:avLst/>
          </a:prstGeom>
        </p:spPr>
      </p:pic>
      <p:pic>
        <p:nvPicPr>
          <p:cNvPr id="19" name="Immagine 18" descr="Immagine che contiene Diagramma, test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3B90C92F-D484-11CD-4B37-E1BF2ADD1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062" y="1526222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44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51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Play</vt:lpstr>
      <vt:lpstr>Tema di Office</vt:lpstr>
      <vt:lpstr>Mrk 544</vt:lpstr>
      <vt:lpstr>Presentazione standard di PowerPoint</vt:lpstr>
      <vt:lpstr>Wavelength calibration</vt:lpstr>
      <vt:lpstr>AIC test (Uguale per entrambi)</vt:lpstr>
      <vt:lpstr>Presentazione standard di PowerPoint</vt:lpstr>
      <vt:lpstr>Presentazione standard di PowerPoint</vt:lpstr>
      <vt:lpstr>Continuum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ISABELLA FAMOSO</dc:creator>
  <cp:lastModifiedBy>ISABELLA FAMOSO</cp:lastModifiedBy>
  <cp:revision>1</cp:revision>
  <dcterms:created xsi:type="dcterms:W3CDTF">2025-05-25T11:46:46Z</dcterms:created>
  <dcterms:modified xsi:type="dcterms:W3CDTF">2025-06-26T13:16:34Z</dcterms:modified>
</cp:coreProperties>
</file>