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5F860-9BEF-4EB5-B254-7FBEED536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1E3394-91C8-D8F8-1D34-3A2149904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8B7B31-C658-4A6E-5C26-EC76DA2E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06E4EC-6F04-B665-89F8-00E63EB5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0AEA4A-7126-7E02-EED3-15D0A965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2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2F79A6-42C4-1EC4-B825-0AEF31E0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AEFD02-D0F3-2436-A3D4-ABAE1A547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9F8542-4B9C-EBE1-B088-1029559C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8735E3-1B6B-B153-4803-975EC713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CE90F6-C8E1-4125-3E9D-AB987762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A84938-2457-186F-9410-B63B4BEFF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F2A689-3330-861E-7713-C01F01B4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5AFBFD-C9CE-8C38-22E8-1E764866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0E625C-24FD-7A95-356C-28FA7D69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53F41F-CB08-C496-7A32-416CA4F0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0A0089-0259-F64F-DD38-43EF5810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A4CF80-285D-07AA-BE72-EE9B59558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59CD24-F35C-2943-5EB0-C2DF80C70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373210A-B762-B217-27AA-F18CF74D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A9934B0-D0C2-FA51-D262-C846BAA3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FEDAA8-0780-095D-3345-1B24F3B7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3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488D79-C581-DF29-97CC-911FA0BE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2DF192-1236-95E8-32DC-B6F2FBC20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76764B8-4097-731D-F04A-50CD1B04F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088804C-1E6F-8DDD-AEC4-B667C2583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4AB988D-DEB0-75FA-9F33-6C4EA5E6D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CA8AAA3-A0CF-6A3D-0C46-4D0BC6CB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2E3514F-05AD-FF78-4BF3-2B14674C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564054E-3B73-A676-D7CD-5529FA40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3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DA6DD-23A4-6C9C-1C62-38BC864F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89ACCDB-18E0-8883-C268-3792DA83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7FB9240-6604-7673-7C53-F21B6EDE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A6618D7-5F0E-2899-648B-D4E85FCB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6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4F778A4-0782-BD24-7EAA-EB9B10FA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5929AD-6578-D817-289C-3784BD64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F86888-F321-2356-1C12-F1BB7CDD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6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CDFB64-297F-EAB2-C6BE-F9A2A2323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15CD94-87F5-F33A-9980-4FB10F98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A218A3F-2F42-C62F-0337-BEC2782AE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DCD5350-D58E-F9A4-1036-B2144722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B9BCA2-E515-4C2E-77AE-91887C1D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27AE46-7741-35C7-833F-EDCAE75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312409-4D15-F7DE-F9F9-87E511E5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5BD102-D13A-6994-B5B0-519B9BA7C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5AE667A-2315-07EC-B858-C012B9CE3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322861-8705-D030-15BB-C8B334B0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A1A40C-BD58-D35E-D5A6-D68B755B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88B574-7992-4259-5C19-FDCECD521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2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4C003F-3A53-F924-2442-6F2F35B1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C05CA5C-8FCE-8719-3C25-B636D4DF3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C51B37-5241-BE31-F0EB-C475AC55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004D98-BE4C-E886-565E-39D5851E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69EFA5-7D9C-8E63-D109-127D885B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0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A59CED8-9A9C-E2D3-B460-DAD91F82D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340A0BF-49CE-AD21-72A3-E3CC7DAC7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8EDE94-C2AA-639E-32E9-58EF5F7D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3BAADC-1171-394F-3CCC-8CF30B45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93CF4A-5AEF-075B-D3AE-8D04E2A6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8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7220C68-966D-3CEF-61BB-3B1305E3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991C9D-AC18-BD11-6E45-EA4679203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D88541-CE38-8851-EE88-CA79F0EF2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C87D-52D4-4D27-8D5D-E272B3094147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C715A1-9E57-36D1-F942-6EBBBEF79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D805FB-019C-2F54-0494-80DDF81DF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9F55D-1362-4073-8514-0C3E6A2B7D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0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7B5AB-8A65-3462-69A7-EA98DE5C0C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FIRSTJ110949_1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37D0344-2C07-EAFC-B5AB-29967501B5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8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04101F-343E-3544-F67F-DF623B82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egnaposto contenuto 4" descr="Immagine che contiene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03E57578-3643-A2A8-3C07-C09E8A7E0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3151" y="285933"/>
            <a:ext cx="14364586" cy="5027606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1FC4DC8-3973-29F9-691D-3C8149A268B5}"/>
              </a:ext>
            </a:extLst>
          </p:cNvPr>
          <p:cNvSpPr txBox="1"/>
          <p:nvPr/>
        </p:nvSpPr>
        <p:spPr>
          <a:xfrm>
            <a:off x="1219200" y="5761703"/>
            <a:ext cx="599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 </a:t>
            </a:r>
            <a:r>
              <a:rPr lang="en-US" dirty="0" err="1"/>
              <a:t>spettro</a:t>
            </a:r>
            <a:r>
              <a:rPr lang="en-US" dirty="0"/>
              <a:t> è </a:t>
            </a:r>
            <a:r>
              <a:rPr lang="en-US" dirty="0" err="1"/>
              <a:t>dritto</a:t>
            </a:r>
            <a:r>
              <a:rPr lang="en-US" dirty="0"/>
              <a:t> (DS9)</a:t>
            </a:r>
          </a:p>
        </p:txBody>
      </p:sp>
    </p:spTree>
    <p:extLst>
      <p:ext uri="{BB962C8B-B14F-4D97-AF65-F5344CB8AC3E}">
        <p14:creationId xmlns:p14="http://schemas.microsoft.com/office/powerpoint/2010/main" val="87223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B313FC-8AA9-6F17-CB78-A71B20F9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Sky lines</a:t>
            </a:r>
          </a:p>
        </p:txBody>
      </p:sp>
      <p:pic>
        <p:nvPicPr>
          <p:cNvPr id="5" name="Segnaposto contenuto 4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187A75EA-3586-40B2-75EA-11719E19A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060" y="1404364"/>
            <a:ext cx="8646940" cy="5188165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4A286C-01EB-BA12-5F63-62E040B9EEF7}"/>
              </a:ext>
            </a:extLst>
          </p:cNvPr>
          <p:cNvSpPr txBox="1"/>
          <p:nvPr/>
        </p:nvSpPr>
        <p:spPr>
          <a:xfrm>
            <a:off x="808840" y="1951672"/>
            <a:ext cx="29693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Righe</a:t>
            </a:r>
            <a:r>
              <a:rPr lang="en-US" sz="2800" dirty="0"/>
              <a:t> </a:t>
            </a:r>
            <a:r>
              <a:rPr lang="en-US" sz="2800" dirty="0" err="1"/>
              <a:t>controllate</a:t>
            </a:r>
            <a:r>
              <a:rPr lang="en-US" sz="28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5577 A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6300.3 A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6863.9 A</a:t>
            </a:r>
          </a:p>
          <a:p>
            <a:r>
              <a:rPr lang="en-US" sz="2800" dirty="0"/>
              <a:t>Media </a:t>
            </a:r>
            <a:r>
              <a:rPr lang="en-US" sz="2800" dirty="0" err="1"/>
              <a:t>errore</a:t>
            </a:r>
            <a:r>
              <a:rPr lang="en-US" sz="2800" dirty="0"/>
              <a:t> = 0.335 A</a:t>
            </a:r>
          </a:p>
        </p:txBody>
      </p:sp>
    </p:spTree>
    <p:extLst>
      <p:ext uri="{BB962C8B-B14F-4D97-AF65-F5344CB8AC3E}">
        <p14:creationId xmlns:p14="http://schemas.microsoft.com/office/powerpoint/2010/main" val="336358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DC20D9-27D3-2A4B-026D-95B92E35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test</a:t>
            </a:r>
          </a:p>
        </p:txBody>
      </p:sp>
      <p:pic>
        <p:nvPicPr>
          <p:cNvPr id="5" name="Segnaposto contenuto 4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04619B50-0965-B01E-2F7B-C64568048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330" y="1463474"/>
            <a:ext cx="6705868" cy="5029401"/>
          </a:xfrm>
        </p:spPr>
      </p:pic>
    </p:spTree>
    <p:extLst>
      <p:ext uri="{BB962C8B-B14F-4D97-AF65-F5344CB8AC3E}">
        <p14:creationId xmlns:p14="http://schemas.microsoft.com/office/powerpoint/2010/main" val="224451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655DFE-00F5-44B4-8FD3-2F8FBFB8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5BF22E-96D2-8AEC-2DF4-9BF5EFEDF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061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26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di Office</vt:lpstr>
      <vt:lpstr>FIRSTJ110949_1</vt:lpstr>
      <vt:lpstr>Presentazione standard di PowerPoint</vt:lpstr>
      <vt:lpstr>Sky lines</vt:lpstr>
      <vt:lpstr>AIC test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FAMOSO</dc:creator>
  <cp:lastModifiedBy>ISABELLA FAMOSO</cp:lastModifiedBy>
  <cp:revision>1</cp:revision>
  <dcterms:created xsi:type="dcterms:W3CDTF">2025-06-26T10:21:27Z</dcterms:created>
  <dcterms:modified xsi:type="dcterms:W3CDTF">2025-06-26T13:15:54Z</dcterms:modified>
</cp:coreProperties>
</file>